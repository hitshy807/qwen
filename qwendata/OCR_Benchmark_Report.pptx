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OCR Engine Benchmark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BDBD"/>
                </a:solidFill>
              </a:defRPr>
            </a:pPr>
            <a:r>
              <a:t>SK Hynix Semiconductor Label OCR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4D9"/>
                </a:solidFill>
              </a:defRPr>
            </a:pPr>
            <a:r>
              <a:t>3 OCR Methods  |  Speed &amp; Accuracy Analysis  |  1/4 Bilinear Resized Image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2ECC71"/>
                </a:solidFill>
              </a:defRPr>
            </a:pPr>
            <a:r>
              <a:t>EasyOCR  vs  TrOCR (Microsoft)  vs  RapidOCR (PaddleOCR)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2026.03.05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Test Environment &amp; Target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Test Environment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GPU: NVIDIA GPU (CUDA enabled)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Python: 3.14.2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PyTorch: 2.12.0+cu130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ONNX Runtime GPU: 1.24.0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2ECC71"/>
                </a:solidFill>
              </a:defRPr>
            </a:pPr>
            <a:r>
              <a:t>Image Info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Original: SK Hynix semiconductor label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Preprocessing: 1/4 bilinear resize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Content: SUPPLIER, DEVICE, LOT NO, ITEM,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  Q'TY, DATE CODE, PACK DATE, ASSEMBLED</a:t>
            </a:r>
          </a:p>
          <a:p>
            <a:pPr algn="l">
              <a:defRPr sz="1400" b="1">
                <a:solidFill>
                  <a:srgbClr val="F39C12"/>
                </a:solidFill>
              </a:defRPr>
            </a:pPr>
            <a:r>
              <a:t>Total ground truth fields: 8</a:t>
            </a:r>
          </a:p>
        </p:txBody>
      </p:sp>
      <p:pic>
        <p:nvPicPr>
          <p:cNvPr id="4" name="Picture 3" descr="cropped_quarter_bi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Ground Truth Fields</a:t>
            </a:r>
          </a:p>
          <a:p>
            <a:pPr algn="l">
              <a:defRPr sz="1200" b="0">
                <a:solidFill>
                  <a:srgbClr val="BDBDBD"/>
                </a:solidFill>
              </a:defRPr>
            </a:pPr>
            <a:r>
              <a:t>SUPPLIER: SK hynix  |  DEVICE: HN8T062EHKX039R  |  LOT NO: 5QQAM42QC-14X(1/2)</a:t>
            </a:r>
          </a:p>
          <a:p>
            <a:pPr algn="l">
              <a:defRPr sz="1200" b="0">
                <a:solidFill>
                  <a:srgbClr val="BDBDBD"/>
                </a:solidFill>
              </a:defRPr>
            </a:pPr>
            <a:r>
              <a:t>ITEM: 402880-04W(A3-3AA00AAU1TKJX-5AXCCXX-GAYI)-A002  |  Q'TY: 2000 EA  |  DATE CODE: 251A</a:t>
            </a:r>
          </a:p>
          <a:p>
            <a:pPr algn="l">
              <a:defRPr sz="1200" b="0">
                <a:solidFill>
                  <a:srgbClr val="BDBDBD"/>
                </a:solidFill>
              </a:defRPr>
            </a:pPr>
            <a:r>
              <a:t>PACK DATE: 2022/12/22  |  ASSEMBLED IN KOREA FROM WAFER FABRICATED IN KOREA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Method 1: EasyOCR (GPU)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Architecture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Detection: CRAFT (Character-Region Awareness)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Recognition: CRNN + CTC decoder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GPU acceleration via PyTorch CUDA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Lightweight, easy to deploy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Version: 1.7.2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474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LOT_NO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Quarter (as-is)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0.563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(87%)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Upscale 2x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56.2%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(87%)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CLAHE Enhanced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0.752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56.2%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(87%)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0.563s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5/8 fields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5/8 fields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5/8 fields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Verdict: FAST (under 1s) but moderate accuracy. Struggles with complex alphanumeric codes (LOT NO, ITEM).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Method 2: TrOCR (Microsoft Transformer 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Architecture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Encoder: ViT (Vision Transformer)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Decoder: RoBERTa-based text decoder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Hybrid: EasyOCR detection + TrOCR recognition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Model: microsoft/trocr-base-printed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Pre-trained on printed text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Approach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1. Upscale image 2x (INTER_CUBIC)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2. EasyOCR detects 20 text boxes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3. Crop each box region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4. TrOCR recognizes each crop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5. Concatenate all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Boxes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Wins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Misses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Hybrid (EasyOCR+TrOCR)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3.241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CC71"/>
                          </a:solidFill>
                        </a:defRPr>
                      </a:pPr>
                      <a:r>
                        <a:t>81.2%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DEVICE, ASSEMBLED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ITEM (54%)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74C3C"/>
                          </a:solidFill>
                        </a:defRPr>
                      </a:pPr>
                      <a:r>
                        <a:t>3.241s</a:t>
                      </a:r>
                    </a:p>
                  </a:txBody>
                  <a:tcPr anchor="ctr"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81.2%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6.5/8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Best accuracy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Too slow</a:t>
                      </a:r>
                    </a:p>
                  </a:txBody>
                  <a:tcPr anchor="ctr">
                    <a:solidFill>
                      <a:srgbClr val="3A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4D9"/>
                </a:solidFill>
              </a:defRPr>
            </a:pPr>
            <a:r>
              <a:t>OCR Output (excerpt):</a:t>
            </a:r>
          </a:p>
          <a:p>
            <a:pPr algn="l">
              <a:defRPr sz="1100" b="0">
                <a:solidFill>
                  <a:srgbClr val="BDBDBD"/>
                </a:solidFill>
              </a:defRPr>
            </a:pPr>
            <a:r>
              <a:t>SUPPLIER:SK HYNIX | DEVICE:HN8T062EHKX039R | LOT NO.:500AM42QC 14X(1/2 | Q'TY:2000 EA</a:t>
            </a:r>
          </a:p>
          <a:p>
            <a:pPr algn="l">
              <a:defRPr sz="1400" b="1">
                <a:solidFill>
                  <a:srgbClr val="F39C12"/>
                </a:solidFill>
              </a:defRPr>
            </a:pPr>
            <a:r>
              <a:t>Verdict: HIGHEST ACCURACY (81.2%) but 3.2x over 1-second budget. Best for batch/offline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Method 3: RapidOCR (PaddleOCR via ONNX Runtime)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Architecture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Detection: DB (Differentiable Binarization)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Direction: Text angle classifier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Recognition: SVTR / CRNN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Backend: ONNX Runtime (CPU inference)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Based on PaddleOCR models (Baidu)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474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Variant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LOT_NO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Quarter (as-is)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2.192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FOUND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(94%)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(85%)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Upscale 2x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2.603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68.8%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FOUND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(94%)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CLAHE Enhanced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2.184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</a:defRPr>
                      </a:pPr>
                      <a:r>
                        <a:t>68.8%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ECC71"/>
                          </a:solidFill>
                        </a:defRPr>
                      </a:pPr>
                      <a:r>
                        <a:t>FOUND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PARTIAL (94%)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E74C3C"/>
                          </a:solidFill>
                        </a:defRPr>
                      </a:pPr>
                      <a:r>
                        <a:t>MISSED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74C3C"/>
                          </a:solidFill>
                        </a:defRPr>
                      </a:pPr>
                      <a:r>
                        <a:t>2.184s</a:t>
                      </a:r>
                    </a:p>
                  </a:txBody>
                  <a:tcPr anchor="ctr"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9C12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 anchor="ctr">
                    <a:solidFill>
                      <a:srgbClr val="2A2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6/8 fields</a:t>
                      </a:r>
                    </a:p>
                  </a:txBody>
                  <a:tcPr anchor="ctr">
                    <a:solidFill>
                      <a:srgbClr val="2A2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6/8 fields</a:t>
                      </a:r>
                    </a:p>
                  </a:txBody>
                  <a:tcPr anchor="ctr">
                    <a:solidFill>
                      <a:srgbClr val="2A2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9C12"/>
                          </a:solidFill>
                        </a:defRPr>
                      </a:pPr>
                      <a:r>
                        <a:t>6/8 fields</a:t>
                      </a:r>
                    </a:p>
                  </a:txBody>
                  <a:tcPr anchor="ctr">
                    <a:solidFill>
                      <a:srgbClr val="2A2A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Verdict: BEST for complex codes (LOT NO 94%, ITEM 85%) but CPU-only inference is 2x over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Comprehensive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Engine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&lt; 1s?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LOT NO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EasyOCR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CRAFT+CRNN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(GPU)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0.563s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TrOCR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ViT+RoBERTa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(GPU)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3.241s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81.2%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39C1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74C3C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RapidOCR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DB+SVTR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(CPU ONNX)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2.192s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ECC71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 anchor="ctr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EasyOCR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EasyOCR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TrOCR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TrOCR/Rapid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RapidOCR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RapidOCR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Key Findings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1. EasyOCR is the ONLY method meeting the 1-second requirement (0.563s)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2. TrOCR achieves the HIGHEST overall accuracy (81.2%) - best for full-text fields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3. RapidOCR has BEST complex code recognition (LOT NO 94%, ITEM 85%)</a:t>
            </a:r>
          </a:p>
          <a:p>
            <a:pPr algn="l">
              <a:defRPr sz="1400" b="0">
                <a:solidFill>
                  <a:srgbClr val="F39C12"/>
                </a:solidFill>
              </a:defRPr>
            </a:pPr>
            <a:r>
              <a:t>4. All methods struggle with dense alphanumeric codes (ITEM field) - a universal OCR challenge</a:t>
            </a:r>
          </a:p>
          <a:p>
            <a:pPr algn="l">
              <a:defRPr sz="1400" b="0">
                <a:solidFill>
                  <a:srgbClr val="F39C12"/>
                </a:solidFill>
              </a:defRPr>
            </a:pPr>
            <a:r>
              <a:t>5. Preprocessing (upscale, CLAHE) does NOT consistently improve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For Real-time (&lt; 1 second)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EasyOCR (GPU) is the recommended choice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- 0.563s on quarter image, 62.5% accuracy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Simple API, active community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Can be improved with post-processing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F39C12"/>
                </a:solidFill>
              </a:defRPr>
            </a:pPr>
            <a:r>
              <a:t>For Maximum Accuracy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TrOCR Hybrid approach (offline/batch)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- 81.2% accuracy, 3.2s per image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Best for DEVICE, ASSEMBLED fields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0074D9"/>
                </a:solidFill>
              </a:defRPr>
            </a:pPr>
            <a:r>
              <a:t>For Complex Code Recognition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RapidOCR (PaddleOCR ONNX)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LOT NO: 94%, ITEM: 85% partial match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- Could be faster with GPU ONNX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Optimization Strategies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Speed Improvements: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RapidOCR: Switch to ONNX GPU provider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TrOCR: Batch inference for line crops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Model quantization (INT8/FP16)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TensorRT deployment for all models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Accuracy Improvements: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Ensemble: combine EasyOCR + RapidOCR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Fine-tune on semiconductor label data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Region-specific OCR (barcode vs text)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Structured output with regex validation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0074D9"/>
                </a:solidFill>
              </a:defRPr>
            </a:pPr>
            <a:r>
              <a:t>vs Qwen-VL (Reference):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LLM-based OCR provides context awareness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Higher accuracy but much slower (&gt;5s)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 Best for complex document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